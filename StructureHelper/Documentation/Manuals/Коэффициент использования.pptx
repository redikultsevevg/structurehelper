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4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3B7-0B74-46FD-AE51-1825502FB5D7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1121E-4793-40D2-9E4C-0AED4E0BE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1668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3B7-0B74-46FD-AE51-1825502FB5D7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1121E-4793-40D2-9E4C-0AED4E0BE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6038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3B7-0B74-46FD-AE51-1825502FB5D7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1121E-4793-40D2-9E4C-0AED4E0BE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734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3B7-0B74-46FD-AE51-1825502FB5D7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1121E-4793-40D2-9E4C-0AED4E0BE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003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3B7-0B74-46FD-AE51-1825502FB5D7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1121E-4793-40D2-9E4C-0AED4E0BE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030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3B7-0B74-46FD-AE51-1825502FB5D7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1121E-4793-40D2-9E4C-0AED4E0BE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145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3B7-0B74-46FD-AE51-1825502FB5D7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1121E-4793-40D2-9E4C-0AED4E0BE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224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3B7-0B74-46FD-AE51-1825502FB5D7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1121E-4793-40D2-9E4C-0AED4E0BE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31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3B7-0B74-46FD-AE51-1825502FB5D7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1121E-4793-40D2-9E4C-0AED4E0BE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774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3B7-0B74-46FD-AE51-1825502FB5D7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1121E-4793-40D2-9E4C-0AED4E0BE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091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D3B7-0B74-46FD-AE51-1825502FB5D7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1121E-4793-40D2-9E4C-0AED4E0BE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1297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FD3B7-0B74-46FD-AE51-1825502FB5D7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1121E-4793-40D2-9E4C-0AED4E0BE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205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трелка вверх 1"/>
          <p:cNvSpPr/>
          <p:nvPr/>
        </p:nvSpPr>
        <p:spPr>
          <a:xfrm>
            <a:off x="2615937" y="515815"/>
            <a:ext cx="168205" cy="4906895"/>
          </a:xfrm>
          <a:prstGeom prst="upArrow">
            <a:avLst>
              <a:gd name="adj1" fmla="val 50000"/>
              <a:gd name="adj2" fmla="val 2423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трелка вверх 2"/>
          <p:cNvSpPr/>
          <p:nvPr/>
        </p:nvSpPr>
        <p:spPr>
          <a:xfrm rot="5400000">
            <a:off x="2650625" y="2232096"/>
            <a:ext cx="189699" cy="4326340"/>
          </a:xfrm>
          <a:prstGeom prst="upArrow">
            <a:avLst>
              <a:gd name="adj1" fmla="val 50000"/>
              <a:gd name="adj2" fmla="val 2423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Ромб 3"/>
          <p:cNvSpPr/>
          <p:nvPr/>
        </p:nvSpPr>
        <p:spPr>
          <a:xfrm>
            <a:off x="1166184" y="1043355"/>
            <a:ext cx="3051908" cy="3566745"/>
          </a:xfrm>
          <a:prstGeom prst="diamond">
            <a:avLst/>
          </a:prstGeom>
          <a:solidFill>
            <a:srgbClr val="FFC000">
              <a:alpha val="29000"/>
            </a:srgbClr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210938" y="306699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4609223" y="451632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385973" y="2543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8" name="Овал 7"/>
          <p:cNvSpPr/>
          <p:nvPr/>
        </p:nvSpPr>
        <p:spPr>
          <a:xfrm>
            <a:off x="2999764" y="3935914"/>
            <a:ext cx="86436" cy="810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вверх 8"/>
          <p:cNvSpPr/>
          <p:nvPr/>
        </p:nvSpPr>
        <p:spPr>
          <a:xfrm>
            <a:off x="8265893" y="515815"/>
            <a:ext cx="168205" cy="4906895"/>
          </a:xfrm>
          <a:prstGeom prst="upArrow">
            <a:avLst>
              <a:gd name="adj1" fmla="val 50000"/>
              <a:gd name="adj2" fmla="val 2423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верх 9"/>
          <p:cNvSpPr/>
          <p:nvPr/>
        </p:nvSpPr>
        <p:spPr>
          <a:xfrm rot="5400000">
            <a:off x="8300581" y="2232096"/>
            <a:ext cx="189699" cy="4326340"/>
          </a:xfrm>
          <a:prstGeom prst="upArrow">
            <a:avLst>
              <a:gd name="adj1" fmla="val 50000"/>
              <a:gd name="adj2" fmla="val 2423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Ромб 10"/>
          <p:cNvSpPr/>
          <p:nvPr/>
        </p:nvSpPr>
        <p:spPr>
          <a:xfrm>
            <a:off x="6816140" y="1439332"/>
            <a:ext cx="3051908" cy="2603501"/>
          </a:xfrm>
          <a:prstGeom prst="diamond">
            <a:avLst/>
          </a:prstGeom>
          <a:solidFill>
            <a:srgbClr val="FFC000">
              <a:alpha val="29000"/>
            </a:srgbClr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7860894" y="306699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10259179" y="451632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35929" y="2543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ru-RU" dirty="0"/>
          </a:p>
        </p:txBody>
      </p:sp>
      <p:sp>
        <p:nvSpPr>
          <p:cNvPr id="15" name="Овал 14"/>
          <p:cNvSpPr/>
          <p:nvPr/>
        </p:nvSpPr>
        <p:spPr>
          <a:xfrm>
            <a:off x="9107855" y="3204173"/>
            <a:ext cx="86436" cy="810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 flipV="1">
            <a:off x="2700039" y="2374900"/>
            <a:ext cx="1707140" cy="2020367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 flipV="1">
            <a:off x="8342094" y="2218267"/>
            <a:ext cx="1525954" cy="2207363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4552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6</Words>
  <Application>Microsoft Office PowerPoint</Application>
  <PresentationFormat>Широкоэкранный</PresentationFormat>
  <Paragraphs>6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 А. Редикульцев</dc:creator>
  <cp:lastModifiedBy>Евгений А. Редикульцев</cp:lastModifiedBy>
  <cp:revision>2</cp:revision>
  <dcterms:created xsi:type="dcterms:W3CDTF">2025-06-04T05:00:28Z</dcterms:created>
  <dcterms:modified xsi:type="dcterms:W3CDTF">2025-06-04T05:16:50Z</dcterms:modified>
</cp:coreProperties>
</file>